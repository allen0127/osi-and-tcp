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59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735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776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435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48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666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24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05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77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821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81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D9C16-C908-44CA-9ED2-C1B33168E05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38696-E383-4FB1-92B0-1284AF94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52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551305"/>
              </p:ext>
            </p:extLst>
          </p:nvPr>
        </p:nvGraphicFramePr>
        <p:xfrm>
          <a:off x="838200" y="1825625"/>
          <a:ext cx="10515600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6191562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46813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030808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440811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00203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OSI-7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TCP/IP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etc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9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Aligator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Application</a:t>
                      </a:r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L7</a:t>
                      </a:r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HTTP</a:t>
                      </a:r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HTTPS,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smtClean="0"/>
                        <a:t>FTP, SCP, SSH, ...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472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Presentation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66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Steve’s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Session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20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Touch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Transport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TCP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UDP, SCTP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6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Not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Network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IPv6, ARP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02876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Do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Data Link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Ethernet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Frame Relay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78354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Please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Physical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527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778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45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명정환</dc:creator>
  <cp:lastModifiedBy>명정환</cp:lastModifiedBy>
  <cp:revision>5</cp:revision>
  <dcterms:created xsi:type="dcterms:W3CDTF">2024-03-21T09:45:25Z</dcterms:created>
  <dcterms:modified xsi:type="dcterms:W3CDTF">2024-03-22T07:46:34Z</dcterms:modified>
</cp:coreProperties>
</file>